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Professor. I present my OOP project analyzing credit demand among Afghan firms using the World Bank Enterprise Survey 2025. The pipeline is built in Python with modular OOP architecture and argparse CLI.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World Bank Enterprise Survey 2025, 426 Afghan firms. 11 additional financial access variables merged from the full dataset. Binary target: 219 no need, 179 demand, 28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Python modules. data_loader discovers files with os and glob. utils centralizes constants. preprocessing cleans in 4 steps. analysis has Analyzer and ModelTrainer classes. visualization produces 9 plots. main.py orchestrates everything with argparse CLI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preprocessing steps matching thesis methodology. Sentinel codes recoded to NaN. 14 columns dropped for &gt;20% missingness. Log transforms for 6 skewed variables. credit_demand NaN preserved for excluded 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 demand is concentrated. East and Southeast at 58.5%, North at 40.7%. Small firms at 46.2%, large at 39.1%. Industry sector at 50% versus Services and Trade at about 30%. So demand varies by region, firm size, and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KDE shows demand firms peak lower. Financing chart shows no-need firms use 87.9% internal funds versus 76.6% for demand firms. Demand firms compensate with more equity, supplier credit, and non-bank finance. This connects directly to the model — k3a, k3f, k3i, k3e are all top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Cross-tabulating financing sources by firm size and demand status. The pattern is consistent: demand firms always rely less on internal funds. Medium firms show the biggest gap — 90.5% to 75.6%. Supplier credit jumps most for medium demand firms: 1.8% to 6.3%. Small firms show the biggest sales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interesting analytical finding. In three regions, demand firms look financially weaker — lower sales, less internal funds. But in East and Southeast, the pattern reverses: demand firms have slightly higher sales and similar internal funds. This could suggest expansion-driven demand rather than constraint-driven. However, East and Southeast has only 53 firms, so this should be interpreted cautiously. If the professor asks, I would say a larger sample or SHAP analysis would be needed to confirm.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XGBoost for four reasons: nonlinear interactions, regularization for small sample, early stopping, and thesis consistency for R vs Python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 AUC 0.724 beats baseline 0.550. 64 hyperparameter combos, 5-fold stratified CV, early stopping. Best params: eta 0.01, depth 3, mcw 1. Consistent with thesis R result of 0.710.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k3a is the top predictor. 4 of top 6 are financing source variables. This confirms the EDA: financing structure is the strongest signal. Industry and East Southeast also appear, matching EDA patterns. Feature importance shows which variables the model used most, not the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Modular Python pipeline, real-world data, 4-step preprocessing, EDA with narrative, cross-tab analysis, XGBoost AUC 0.724, financing structure as main predictor. Thank you, happy to answer questions or show code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Demand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Afghan Firms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Data Analysis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2286000" cy="0"/>
          </a:xfrm>
          <a:prstGeom prst="line">
            <a:avLst/>
          </a:prstGeom>
          <a:noFill/>
          <a:ln w="38100">
            <a:solidFill>
              <a:srgbClr val="E89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Programming Techniques — OOP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Research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Enterprise Survey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Afghanistan, 2025 edition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426 firms across 4 regions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variables + 11 merged from full survey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finance, firm characteristics,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innovation, workforce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Credit Demand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474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(0):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 firms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(1):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firms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ambiguous cases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firm characteristics predict whether a firm seeks credit?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353312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data_loader.py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discovery with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glob, CSV/JSON/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XLSX loading, merging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37560" y="109728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280160"/>
            <a:ext cx="457200" cy="457200"/>
          </a:xfrm>
          <a:prstGeom prst="ellipse">
            <a:avLst/>
          </a:prstGeom>
          <a:solidFill>
            <a:srgbClr val="2D4A7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3533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2044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codes, column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groupings, helper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2801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35331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51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00800" y="18745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recoding,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7200" y="30175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2D4A7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2735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analysis.py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4008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(Analyzer class)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(ModelTrainer)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64-combo grid search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337560" y="30175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520440" y="3200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27355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11480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visualization.py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52044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matplotlib/seaborn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saved to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outputs/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217920" y="301752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00800" y="32004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273552"/>
            <a:ext cx="310896" cy="31089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95160" y="3154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6400800" y="37947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argparse CLI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flexible runs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Recoding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0972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 and -7 → NaN across all numeric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 → NaN only in column k11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2D4A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2057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categorical → category dtype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numeric → validated as numeric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firm_age, log transforms (d2, n3, a6c,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l4a1, l4a2, l4b), credit_demand target,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sector_broad_3 from ISIC codes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02920" cy="502920"/>
          </a:xfrm>
          <a:prstGeom prst="ellipse">
            <a:avLst/>
          </a:prstGeom>
          <a:solidFill>
            <a:srgbClr val="2D4A7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977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9776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columns with &gt;20% missing (14 cols)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remaining numeric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'Missing' category for categorical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Demands Credit?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206240" cy="26060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06240" cy="2606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" y="379476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demand is not random.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&amp; Southeast has the highest demand rate (58.5%), North the lowest (40.7%). Small firms demand credit most (46.2%), large firms least (39.1%). Industry sector shows 50% demand vs ~30% for Services and Trade.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Demand Firms Different?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206240" cy="26060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206240" cy="260604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74320" y="3794760"/>
            <a:ext cx="8595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firms look financially weaker.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lower median log sales (15.4 vs 16.1). They rely less on internal funds (76.6% vs 87.9%) and more on external sources like supplier credit and non-bank finance. k3a and k3i are negatively correlated (r = -0.81) — firms substitute between them.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 Size 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(n=249)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funds gap: 87.4% → 76.6%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credit: 0.7% → 3.3%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sales gap: 15.89 → 15.07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1148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sales gap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(n=103)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funds gap: 90.5% → 75.6%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credit: 1.8% → 6.3%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sales gap: 16.81 → 16.49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3756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financing gap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(n=46)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16916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funds gap: 84.6% → 79.4%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credit: 0.4% → 1.1%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sales gap: 16.71 → 15.56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3154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differences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840480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holds across all sizes: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firms consistently rely less on internal funds and more on external financing. Medium firms show the largest financing gap (15 percentage points in internal funds). No need → Demand shown as arrows above.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Faces of Credit Demand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148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Demand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Kabul, North, West &amp; Southwest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firms have lower sales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North: median 14.73 vs 16.12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firms rely less on internal funds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West: 90.3% → 70.3% (20-point drop)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use of supplier credit &amp; non-bank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likely driven by financial weakness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Demand?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&amp; Southeast (n=53)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firms have slightly higher sales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15.42 vs 15.12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funds similar or slightly higher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 vs 69.7%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demand rate overall: 58.5%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reflect business activity, not weakness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FFF8E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&amp; Southeast findings are based on only 53 firms. The differences are small and may reflect noise. A larger sample would be needed to confirm whether this represents a genuinely different type of demand.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XGBoost?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430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Interactions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0" y="114300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patterns — e.g. region × financing × sector interactions that linear models miss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03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17520" y="2103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gamma, max_depth, min_child_weight prevent overfitting on small samples (n=398)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0632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30632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halts when validation AUC stops improving (early_stopping_rounds=30)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0233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Consistency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40233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used in my thesis (R), enabling direct comparison of results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 (5-fold stratified)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0" y="1097280"/>
            <a:ext cx="4114800" cy="3474720"/>
          </a:xfrm>
          <a:prstGeom prst="roundRect">
            <a:avLst>
              <a:gd name="adj" fmla="val 3947"/>
            </a:avLst>
          </a:prstGeom>
          <a:solidFill>
            <a:srgbClr val="2D4A7A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0" y="12801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combinations × 5 folds = 320 fits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hyperparameters tuned: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eta, max_depth, min_child_weight,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subsample, colsample_bytree, gamma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parameters: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eta=0.01, depth=3, mcw=1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sub=0.7, col=0.7, gamma=0.1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0.550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(R): CV AUC = 0.710  |  </a:t>
            </a:r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CV AUC = 0.724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 of Credit Demand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274320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k3a — Internal funds (%)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794760" y="1042416"/>
            <a:ext cx="4114800" cy="29260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0" y="1005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k3f — Supplier credit (%)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94760" y="1517904"/>
            <a:ext cx="3621024" cy="29260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461504" y="14813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568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k3i — Owners / equity (%)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1993392"/>
            <a:ext cx="3127248" cy="292608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967728" y="195681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4323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 — Spent on R&amp;D: Yes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2468880"/>
            <a:ext cx="310896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log_n3 — Log past sales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94760" y="2944368"/>
            <a:ext cx="2880360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29077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k3e — Non-bank finance (%)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3419856"/>
            <a:ext cx="2679192" cy="292608"/>
          </a:xfrm>
          <a:prstGeom prst="roundRect">
            <a:avLst>
              <a:gd name="adj" fmla="val 125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19672" y="33832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— Industry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94760" y="3895344"/>
            <a:ext cx="2633472" cy="292608"/>
          </a:xfrm>
          <a:prstGeom prst="roundRect">
            <a:avLst>
              <a:gd name="adj" fmla="val 12500"/>
            </a:avLst>
          </a:prstGeom>
          <a:solidFill>
            <a:srgbClr val="2D4A7A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38587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43342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a3a — East &amp; Southeast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94760" y="4370832"/>
            <a:ext cx="2432304" cy="292608"/>
          </a:xfrm>
          <a:prstGeom prst="roundRect">
            <a:avLst>
              <a:gd name="adj" fmla="val 12500"/>
            </a:avLst>
          </a:prstGeom>
          <a:solidFill>
            <a:srgbClr val="2D4A7A"/>
          </a:solidFill>
          <a:ln/>
        </p:spPr>
      </p:sp>
      <p:sp>
        <p:nvSpPr>
          <p:cNvPr id="26" name="Text 24"/>
          <p:cNvSpPr/>
          <p:nvPr/>
        </p:nvSpPr>
        <p:spPr>
          <a:xfrm>
            <a:off x="6272784" y="433425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93776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4983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top 6 features are financing-source variables 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confirming the EDA finding that how firms finance working capital is the strongest signal.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OOP pipeline with 6 Python modules + argparse CLI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Enterprise Survey 2025, 426 Afghan firms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preprocessing: sentinel recoding, log transforms, &gt;20% threshold, imputation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narrative: demand is concentrated, linked to financing structure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Cross-tabs reveal firm size patterns and two types of demand (constrained vs expansion)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64-combo grid search + early stopping → CV AUC 0.724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 financing source variables (k3a, k3f, k3i, k3e)</a:t>
            </a:r>
            <a:endParaRPr lang="en-US" sz="1400" dirty="0"/>
          </a:p>
          <a:p>
            <a:pPr marL="342900" indent="-342900">
              <a:lnSpc>
                <a:spcPct val="14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thesis (R: AUC 0.710 vs Python: 0.724)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Demand in Afghan Firms</dc:title>
  <dc:subject>PptxGenJS Presentation</dc:subject>
  <dc:creator>Shams</dc:creator>
  <cp:lastModifiedBy>Shams</cp:lastModifiedBy>
  <cp:revision>1</cp:revision>
  <dcterms:created xsi:type="dcterms:W3CDTF">2026-06-21T09:40:14Z</dcterms:created>
  <dcterms:modified xsi:type="dcterms:W3CDTF">2026-06-21T09:40:14Z</dcterms:modified>
</cp:coreProperties>
</file>